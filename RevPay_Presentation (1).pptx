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fintech application for seamless money transfers,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invoicing, and loan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21408" y="39319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DD3333"/>
          </a:solidFill>
          <a:ln w="12700">
            <a:solidFill>
              <a:srgbClr val="DD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3931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94176" y="39319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3931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66944" y="39319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3931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39712" y="39319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3931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82296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Inconvenient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money requires physical presence or slow bank transfers with delays of 1–3 business days.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170432"/>
            <a:ext cx="8229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704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Business Billing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send invoices via email/WhatsApp with no tracking, no payment integration, and no records.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4114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99232"/>
            <a:ext cx="822960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992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Loan Processes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6118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loans involve paper applications, manual EMI tracking, and no transparency on repayment schedules.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41148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999232"/>
            <a:ext cx="82296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9992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9204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users, businesses, and admins need separate tools. No single system manages all financial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RevPay?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RevPay is a full-stack digital payment platform that brings personal users, businesses, and admins under one unified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0604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Personal Users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993392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 receive money instantly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Top-up wallet via saved cards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money from others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 + PDF export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60604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63040"/>
            <a:ext cx="260604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4813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Business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993392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send invoices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business loans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EMI schedules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Auto-debit EMI payments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606040" cy="3291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63040"/>
            <a:ext cx="260604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4813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Admin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993392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 accounts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loans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disable accounts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oversight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DD3333"/>
          </a:solidFill>
          <a:ln w="12700">
            <a:solidFill>
              <a:srgbClr val="DD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D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252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27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components, Signals, Lazy loading, Route Guards, HTTP Interceptors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698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37760" y="1252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27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Spring Security, @Transactional, @Scheduled jobs, GlobalExceptionHandler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957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/ TypeScript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852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backend + frontend. Generics, Streams, records on backend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957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37760" y="2578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8529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DB, Foreign keys, JPA/Hibernate ORM, Spring Data repositories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73152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21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8640" y="3904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1788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tokens (24hr expiry), BCrypt password hashing (cost factor 10)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1430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73152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21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37760" y="3904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(frontend)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1788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Browser-side PDF generation, no server needed, custom dark theme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011680" cy="3474720"/>
          </a:xfrm>
          <a:prstGeom prst="rect">
            <a:avLst/>
          </a:prstGeom>
          <a:solidFill>
            <a:srgbClr val="1A237E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/ Templates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(API calls)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(state)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(JWT)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95728" y="2651760"/>
            <a:ext cx="7315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2331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286000" cy="3474720"/>
          </a:xfrm>
          <a:prstGeom prst="rect">
            <a:avLst/>
          </a:prstGeom>
          <a:solidFill>
            <a:srgbClr val="1B3A1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914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54680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72768"/>
            <a:ext cx="2011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 layer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@Repository (JPA)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Filter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Jobs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58968" y="265176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8968" y="2331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217920" y="914400"/>
            <a:ext cx="2011680" cy="3474720"/>
          </a:xfrm>
          <a:prstGeom prst="rect">
            <a:avLst/>
          </a:prstGeom>
          <a:solidFill>
            <a:srgbClr val="1A263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261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572768"/>
            <a:ext cx="1828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+ emis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JWT Bearer Token added to every API request via HTTP Interceptor. Spring JwtAuthFilter validates on every call.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5029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23560" y="932688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23560" y="932688"/>
            <a:ext cx="64008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42432" y="96926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42432" y="1115568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reset tokens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623560" y="1371600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1371600"/>
            <a:ext cx="64008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2432" y="140817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742432" y="1554480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account number, type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623560" y="1810512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1810512"/>
            <a:ext cx="64008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42432" y="18470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42432" y="1993392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money movements, credit/debit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623560" y="2249424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23560" y="2249424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42432" y="22860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42432" y="2432304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loan applications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623560" y="2688336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23560" y="2688336"/>
            <a:ext cx="64008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42432" y="27249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742432" y="2871216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repayment schedule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623560" y="3127248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23560" y="3127248"/>
            <a:ext cx="64008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42432" y="316382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742432" y="3310128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billing records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623560" y="3566160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23560" y="3566160"/>
            <a:ext cx="64008" cy="365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42432" y="360273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742432" y="3749040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cards/banks (masked)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623560" y="4005072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23560" y="4005072"/>
            <a:ext cx="64008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42432" y="40416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742432" y="4187952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tracking for admin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623560" y="4443984"/>
            <a:ext cx="31089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23560" y="4443984"/>
            <a:ext cx="64008" cy="3657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42432" y="448056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742432" y="4626864"/>
            <a:ext cx="2834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user notifications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234440" cy="1097280"/>
          </a:xfrm>
          <a:prstGeom prst="rect">
            <a:avLst/>
          </a:prstGeom>
          <a:solidFill>
            <a:srgbClr val="1C4490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926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6093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00200" y="1463040"/>
            <a:ext cx="1828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914400"/>
            <a:ext cx="1234440" cy="1097280"/>
          </a:xfrm>
          <a:prstGeom prst="rect">
            <a:avLst/>
          </a:prstGeom>
          <a:solidFill>
            <a:srgbClr val="1B4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96926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83080" y="16093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comparison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17520" y="1463040"/>
            <a:ext cx="1828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14400"/>
            <a:ext cx="1234440" cy="1097280"/>
          </a:xfrm>
          <a:prstGeom prst="rect">
            <a:avLst/>
          </a:prstGeom>
          <a:solidFill>
            <a:srgbClr val="4A235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96926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16093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role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4840" y="1463040"/>
            <a:ext cx="1828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914400"/>
            <a:ext cx="1234440" cy="1097280"/>
          </a:xfrm>
          <a:prstGeom prst="rect">
            <a:avLst/>
          </a:prstGeom>
          <a:solidFill>
            <a:srgbClr val="7B341E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96926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16093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852160" y="1463040"/>
            <a:ext cx="1828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914400"/>
            <a:ext cx="1234440" cy="1097280"/>
          </a:xfrm>
          <a:prstGeom prst="rect">
            <a:avLst/>
          </a:prstGeom>
          <a:solidFill>
            <a:srgbClr val="1A237E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96926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16093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Bearer token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269480" y="1463040"/>
            <a:ext cx="1828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914400"/>
            <a:ext cx="1234440" cy="1097280"/>
          </a:xfrm>
          <a:prstGeom prst="rect">
            <a:avLst/>
          </a:prstGeom>
          <a:solidFill>
            <a:srgbClr val="B7791F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52360" y="96926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Filter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52360" y="16093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2212848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2304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2532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never stored plain. Cost factor 10 = 1024 hash rounds. One-way — cannot be reversed.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099816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31912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Check First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4198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checks if account is disabled BEFORE password verification for clear error messages.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0782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Enumeration Prevention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306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always returns success — never reveals if email is registered.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212848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3042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Token Security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2532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32-char token. 1-hour expiry. Cleared after use. Cannot be reused or guessed.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099816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00600" y="31912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Guards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4198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AuthGuard + RoleGuard prevent access to wrong dashboards before page loads.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986784"/>
            <a:ext cx="402336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00600" y="40782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Protection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00600" y="4306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accounts cannot be disabled by the system — both frontend and backend enforced.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Flow &amp; Credit/Debit Logic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Types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2860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7043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679192" y="1170432"/>
            <a:ext cx="173736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2344" y="117043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443984" y="1170432"/>
            <a:ext cx="310896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170432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CREDIT/DEBIT RULE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580376" y="1170432"/>
            <a:ext cx="64008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528" y="117043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63040"/>
            <a:ext cx="54864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9748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User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53128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sender / Credit receiver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8412480" cy="3474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847088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47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97480" y="184708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→ User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53128" y="18470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Credit (wallet top-up)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231136"/>
            <a:ext cx="841248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231136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311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LOAN_DISBURSEMENT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97480" y="22311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Business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53128" y="22311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Credit (null sender)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615184"/>
            <a:ext cx="8412480" cy="3474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615184"/>
            <a:ext cx="5486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6151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EMI_PAYMENT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97480" y="26151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→ SYSTEM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53128" y="26151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Debit (null receiver)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999232"/>
            <a:ext cx="54864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992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INVOICE_PAYMENT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697480" y="29992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→ Business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53128" y="2999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payer / Credit business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383280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MONEY_REQUEST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97480" y="33832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User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453128" y="3383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fulfiller / Credit requester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Logic: The viewer's account ID is passed to toResponse(tx, viewerAccount) to determine if money came IN (credit, green) or went OUT (debit, red) from that user's perspective.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Loans &amp; EMI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Lifecycle: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admin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03704" y="1389888"/>
            <a:ext cx="2011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2070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72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disbursed,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schedule created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61104" y="1389888"/>
            <a:ext cx="2011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2070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1572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 being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monthly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318504" y="1389888"/>
            <a:ext cx="20116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207008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1572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EMIs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paid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194560"/>
            <a:ext cx="3566160" cy="1463040"/>
          </a:xfrm>
          <a:prstGeom prst="rect">
            <a:avLst/>
          </a:prstGeom>
          <a:solidFill>
            <a:srgbClr val="1A263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286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Calculation Formula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= P × r × (1+r)ⁿ / ((1+r)ⁿ - 1)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   r = Monthly rate (annual/12/100)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Tenure in months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$10,000 at 12% for 12 months = $888.49/month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0" y="2194560"/>
            <a:ext cx="4572000" cy="1463040"/>
          </a:xfrm>
          <a:prstGeom prst="rect">
            <a:avLst/>
          </a:prstGeom>
          <a:solidFill>
            <a:srgbClr val="1A1A3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51960" y="22860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Scheduled Jobs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51960" y="260604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6060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 Daily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102352" y="2606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Imposition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02352" y="2807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of EMI per overdue day added to due amount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51960" y="310896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310896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AM Daily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102352" y="3108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Auto-Debit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02352" y="33101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EMIs for loans with auto-debit enabled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794760"/>
            <a:ext cx="26060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794760"/>
            <a:ext cx="26060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8587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Pay on EMI. Balance checked. EMI_PAYMENT transaction created. Loan auto-closes when all EMIs paid.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0" y="3794760"/>
            <a:ext cx="26060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3794760"/>
            <a:ext cx="26060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8587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Auto-Debit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310128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toggles auto-debit ON. Next morning the scheduler automatically pays due EMIs from the account balance.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3794760"/>
            <a:ext cx="26060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379476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4768" y="38587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Fines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44768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EMI date passes unpaid → status = OVERDUE. 2% fine applied daily via scheduler. Fine accumulates until payment.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&amp; Money Requests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Invoice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Business creates invoice with line items, tax, discount, due date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Invoice saved as DRAFT → sent to client (status: SENT)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Personal user (client) sees invoice in their dashboard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Client pays → INVOICE_PAYMENT transaction created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Business account credited, client account debited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Invoice status changes to PAID automatically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023360" cy="384048"/>
          </a:xfrm>
          <a:prstGeom prst="rect">
            <a:avLst/>
          </a:prstGeom>
          <a:solidFill>
            <a:srgbClr val="1B3A1B"/>
          </a:solidFill>
          <a:ln w="12700">
            <a:solidFill>
              <a:srgbClr val="1B3A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32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Money Requests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A requests $X from User B with optional message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Request saved as PENDING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User B sees request in their Pending Requests count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User B chooses to FULFILL → money deducted from B, credited to 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Transaction type: MONEY_REQUEST_FULFILLMENT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User B can also REJECT the request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— Token-Based Reset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097280"/>
          </a:xfrm>
          <a:prstGeom prst="rect">
            <a:avLst/>
          </a:prstGeom>
          <a:solidFill>
            <a:srgbClr val="1C4490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5272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52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069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624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email at /auth/forgot-password. POST /api/auth/forgot-password called.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097280"/>
          </a:xfrm>
          <a:prstGeom prst="rect">
            <a:avLst/>
          </a:prstGeom>
          <a:solidFill>
            <a:srgbClr val="4A235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5272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52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069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Generated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3624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32-char hex token created. Stored in users.reset_token column with 1-hour expiry.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023360" cy="1097280"/>
          </a:xfrm>
          <a:prstGeom prst="rect">
            <a:avLst/>
          </a:prstGeom>
          <a:solidFill>
            <a:srgbClr val="7B341E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53288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32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350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Notice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64261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returns 'If email exists, link sent' — prevents email enumeration attacks.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4023360" cy="1097280"/>
          </a:xfrm>
          <a:prstGeom prst="rect">
            <a:avLst/>
          </a:prstGeom>
          <a:solidFill>
            <a:srgbClr val="1B4332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53288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32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2350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Reset URL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64261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http://localhost:4200/auth/reset-password?token=TOKEN from console output.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023360" cy="1097280"/>
          </a:xfrm>
          <a:prstGeom prst="rect">
            <a:avLst/>
          </a:prstGeom>
          <a:solidFill>
            <a:srgbClr val="1A3A4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8130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13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630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Password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92277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reads ?token from URL. User enters new password (min 8 chars). POST /api/auth/reset-password.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4023360" cy="1097280"/>
          </a:xfrm>
          <a:prstGeom prst="rect">
            <a:avLst/>
          </a:prstGeom>
          <a:solidFill>
            <a:srgbClr val="4A3A1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8130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13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630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92277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finds user by token. Checks expiry. Hashes new password. Clears token from DB.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817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Token security: Random UUID (2^128 possibilities), 1-hour expiry, single-use (cleared after reset), BCrypt hashes new password before storage.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69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 Management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registered users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/ Disable accounts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accounts protected (cannot be disabled)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role and status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69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Loan Oversight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0600" y="139903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PENDING loan applications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with disbursement notes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reason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active and closed loans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35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Platform Monitoring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transactions system-wide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for all actions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 visibility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platform stats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035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Auto-Seeded Admin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336499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created on first startup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DataSeeder.java checks if ADMIN role exists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admin@revpay.com / Admin@123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accidentally deleted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API Endpoints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32688"/>
            <a:ext cx="841248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32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25880" y="9326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212080" y="932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0" y="9326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225296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257300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57300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25880" y="1225296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212080" y="1225296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returns JWT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29600" y="1225296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470355"/>
            <a:ext cx="8412480" cy="2331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502359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502359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25880" y="1470355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/api/auth/register/personal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12080" y="1470355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personal user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29600" y="1470355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715414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1747418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1747418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325880" y="1715414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/api/auth/forgot-password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12080" y="1715414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reset token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1715414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1960474"/>
            <a:ext cx="8412480" cy="2331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1992478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1992478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325880" y="1960474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/api/auth/reset-password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212080" y="1960474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password with token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0" y="1960474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2205533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2237537"/>
            <a:ext cx="822960" cy="1691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237537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325880" y="2205533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/api/dashboard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212080" y="2205533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Personal/Business dashboard data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29600" y="2205533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2450592"/>
            <a:ext cx="8412480" cy="2331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2482596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482596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325880" y="2450592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/api/transactions/transfer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212080" y="2450592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money to another user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9600" y="2450592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2695651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048" y="2727655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2727655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325880" y="2695651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/api/transactions/top-up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212080" y="2695651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money to wallet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229600" y="2695651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" y="2940710"/>
            <a:ext cx="8412480" cy="2331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048" y="2972714"/>
            <a:ext cx="822960" cy="1691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2972714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325880" y="2940710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/api/transactions/history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212080" y="2940710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transaction history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229600" y="2940710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3185770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4048" y="3217774"/>
            <a:ext cx="822960" cy="1691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3217774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325880" y="3185770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/api/transactions/export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212080" y="3185770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transactions (date filter)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229600" y="3185770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65760" y="3430829"/>
            <a:ext cx="8412480" cy="2331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4048" y="3462833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3462833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325880" y="3430829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/api/loans/apply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212080" y="3430829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business loan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229600" y="3430829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3675888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84048" y="3707892"/>
            <a:ext cx="822960" cy="1691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" y="3707892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325880" y="3675888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/api/loans/my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5212080" y="3675888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loans with EMI schedule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229600" y="3675888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65760" y="3920947"/>
            <a:ext cx="8412480" cy="2331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4048" y="3952951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" y="3952951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325880" y="3920947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/api/loans/{id}/emis/{emiId}/pay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212080" y="3920947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 EMI manually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229600" y="3920947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65760" y="4166006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4048" y="4198010"/>
            <a:ext cx="822960" cy="1691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048" y="4198010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325880" y="4166006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/api/admin/loans/{id}/approve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212080" y="4166006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approve loan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8229600" y="4166006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65760" y="4411066"/>
            <a:ext cx="8412480" cy="233172"/>
          </a:xfrm>
          <a:prstGeom prst="rect">
            <a:avLst/>
          </a:prstGeom>
          <a:solidFill>
            <a:srgbClr val="162032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4048" y="4443070"/>
            <a:ext cx="822960" cy="1691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048" y="4443070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1325880" y="4411066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/api/admin/users/{id}/toggle-status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212080" y="4411066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enable/disable user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229600" y="4411066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65760" y="4656125"/>
            <a:ext cx="8412480" cy="233172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84048" y="4688129"/>
            <a:ext cx="822960" cy="1691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84048" y="4688129"/>
            <a:ext cx="8229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1325880" y="4656125"/>
            <a:ext cx="384048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/api/invoices/{id}/pay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5212080" y="4656125"/>
            <a:ext cx="30175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 invoice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8229600" y="4656125"/>
            <a:ext cx="457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🔒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88136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88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backend (Controller → Service → Repository) with standalone Angular components. Each layer has a single responsibility.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0128" y="960120"/>
            <a:ext cx="26974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47288" y="108813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088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447288" y="16184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Security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7288" y="18928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auth, BCrypt hashing, role-based guards, token-based password reset — not just demo security.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54496" y="960120"/>
            <a:ext cx="26974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1088136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088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391656" y="16184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91656" y="189280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ensures atomicity — money never moves without a record. EMI formula uses standard banking math.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054096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858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4, Java 21, Angular 21 with Signals — latest LTS versions used throughout.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10128" y="2926080"/>
            <a:ext cx="26974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47288" y="305409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447288" y="35844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47288" y="3858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 handle daily overdue fines and auto-debit — no manual intervention needed.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54496" y="2926080"/>
            <a:ext cx="269748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91656" y="3054096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91656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391656" y="35844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91656" y="3858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Pagination, consistent API response wrapper, custom exceptions, global error handler, PDF export.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RevPay — Full Stack Digital Payment Platform  •  Spring Boot 4 + Angular 21 + MySQL + JWT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RevPay — Digital Payment Platform</dc:title>
  <dc:subject>PptxGenJS Presentation</dc:subject>
  <dc:creator>PptxGenJS</dc:creator>
  <cp:lastModifiedBy>PptxGenJS</cp:lastModifiedBy>
  <cp:revision>1</cp:revision>
  <dcterms:created xsi:type="dcterms:W3CDTF">2026-03-01T19:21:54Z</dcterms:created>
  <dcterms:modified xsi:type="dcterms:W3CDTF">2026-03-01T19:21:54Z</dcterms:modified>
</cp:coreProperties>
</file>